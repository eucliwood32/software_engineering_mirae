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도서관 대출 관리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중간 발표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발표자 최민호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추진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종이 대장 기반 대출 관리의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검색과 연체 확인에 과도한 시간 소요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분실 도서 추적의 어려움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지금까지의 진행 상황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요구사항 명세와 화면 설계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도서 검색과 대출 등록 기능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데이터베이스 스키마 확정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남은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반납과 연체 알림 기능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화면 연동과 통합 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사용자 매뉴얼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최민호</cp:lastModifiedBy>
  <cp:revision>1</cp:revision>
  <dcterms:created xsi:type="dcterms:W3CDTF">2013-01-27T09:14:16Z</dcterms:created>
  <dcterms:modified xsi:type="dcterms:W3CDTF">2013-01-27T09:15:58Z</dcterms:modified>
  <cp:category/>
</cp:coreProperties>
</file>