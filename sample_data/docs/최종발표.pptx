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도서관 대출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최종 발표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발표자 이지은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완성된 기능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 검색 제목 저자 분류 기호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대출과 반납 상태 실시간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연체 자동 식별과 연체료 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회원 가입과 대출 이력 조회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화면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검색 화면에서 소장 위치와 대출 가능 여부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대출 화면에서 회원과 도서를 선택해 즉시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연체 현황 화면에서 기한 초과 도서 한눈에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사용자 평가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사서 업무 처리 시간 절반으로 단축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별도 교육 없이 기본 업무 수행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연체 도서 관리의 정확성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향후 개선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 예약 대기 기능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모바일 화면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통계 리포트 자동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Jieun Lee</cp:lastModifiedBy>
  <cp:revision>1</cp:revision>
  <dcterms:created xsi:type="dcterms:W3CDTF">2013-01-27T09:14:16Z</dcterms:created>
  <dcterms:modified xsi:type="dcterms:W3CDTF">2013-01-27T09:15:58Z</dcterms:modified>
  <cp:category/>
</cp:coreProperties>
</file>