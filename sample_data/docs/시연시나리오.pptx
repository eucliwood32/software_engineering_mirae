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시연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도서관 대출 관리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작성 박서준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시나리오 1 도서 대출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회원증 번호 입력 후 회원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도서 바코드 입력으로 대출 등록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반납 예정일 자동 계산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시나리오 2 도서 반납과 연체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반납 도서 바코드 입력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연체 도서의 연체료 산정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연체 회원 대출 제한 동작 확인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박서준</cp:lastModifiedBy>
  <cp:revision>1</cp:revision>
  <dcterms:created xsi:type="dcterms:W3CDTF">2013-01-27T09:14:16Z</dcterms:created>
  <dcterms:modified xsi:type="dcterms:W3CDTF">2013-01-27T09:15:58Z</dcterms:modified>
  <cp:category/>
</cp:coreProperties>
</file>